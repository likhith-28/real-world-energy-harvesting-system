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HSU4bh0bkAxvD15hm5893yvva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1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35" y="0"/>
            <a:ext cx="121926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2" id="92" name="Google Shape;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-635"/>
            <a:ext cx="12097385" cy="685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3"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4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5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6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7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073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9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10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11"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lide 12" id="155" name="Google Shape;1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10"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" y="0"/>
            <a:ext cx="1219073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2026-06-28T11:49:53Z</dcterms:created>
  <dc:creator>likhith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037ABBC80CB2BF53B5C23A6A1AF5BEF0_41</vt:lpwstr>
  </property>
  <property fmtid="{D5CDD505-2E9C-101B-9397-08002B2CF9AE}" pid="3" name="KSOProductBuildVer">
    <vt:lpwstr>1033-12.1.25880.25880</vt:lpwstr>
  </property>
</Properties>
</file>